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66" r:id="rId6"/>
    <p:sldId id="259" r:id="rId7"/>
    <p:sldId id="260" r:id="rId8"/>
    <p:sldId id="261" r:id="rId9"/>
    <p:sldId id="262" r:id="rId10"/>
    <p:sldId id="263" r:id="rId11"/>
    <p:sldId id="264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95241-3FCD-C4C5-566A-EF910CB1C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FFA75-B7B7-CEB2-7EF8-BAEC13082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2E334-7E4F-CA8D-1E74-83C6BE785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E6F7-EBE4-40ED-8F6C-C223AD43C6B3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B506A-E91E-283F-4BB2-B11317F8C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8EF73-BF21-23F5-7186-BA2088F2B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DD37-1606-4BE9-A991-9EED376D3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97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3BF71-D43E-D70D-715D-C226CB082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527C6-7608-6A78-E7CF-7BC498E98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61947-219F-A26D-165D-5607D48F7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E6F7-EBE4-40ED-8F6C-C223AD43C6B3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66C68-C3ED-AB0F-950A-6732755B4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5256A-7B1C-FAC1-E2BE-31B258D0B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DD37-1606-4BE9-A991-9EED376D3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935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96FDD-8A74-7B95-CF86-E8DA7D8A8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7202B-2EE6-E959-132D-1FC8482F6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8184F-7A17-244E-2A14-0E58CE3AB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E6F7-EBE4-40ED-8F6C-C223AD43C6B3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262D1-4400-E7AF-8EA7-FAE59D16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3300B-4C17-8855-3F09-413B7A4D0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DD37-1606-4BE9-A991-9EED376D3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377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30070-AE6D-9615-F3FC-4702B8AFD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AEE45-30C4-2B36-D74C-BB83649AAF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C4030-1118-F8B4-50E8-09B055EC5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81320-5336-4DD9-B786-E27D84B7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E6F7-EBE4-40ED-8F6C-C223AD43C6B3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2B180-C0E2-1EA6-D099-E565452A2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0A6EF-7D5F-14EC-61B4-7D21B95B0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DD37-1606-4BE9-A991-9EED376D3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607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34C31-4608-970B-34CD-72F62A15E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D40D6-1051-1A52-7676-0D20BF89C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58D73-EE74-A559-643B-3305A22E5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0E4D3F-F12A-BA0E-9FF5-2036FBAFA6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72B00D-1126-7A7D-A9C7-0766BDD9A6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CD34F9-0BAA-73FF-F1DA-6FF6FF276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E6F7-EBE4-40ED-8F6C-C223AD43C6B3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912478-477A-8203-AD6C-36F36061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93F6A7-028B-CDC2-1671-FAF068906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DD37-1606-4BE9-A991-9EED376D3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47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A1F66-9983-3207-18C3-E69C1A8B0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97E6B4-3E29-DF76-3EDE-80BDEA366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E6F7-EBE4-40ED-8F6C-C223AD43C6B3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3191BC-6DB2-E779-78E6-7859BF625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6D42C5-5CA9-E558-3498-CEF4C2D67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DD37-1606-4BE9-A991-9EED376D3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71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45974-2B00-FDBF-67F5-329799D4D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E6F7-EBE4-40ED-8F6C-C223AD43C6B3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0026B9-785F-7309-884B-43FF72789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68283-112D-2C04-7B92-5389BC241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DD37-1606-4BE9-A991-9EED376D3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398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BFB84-3C7C-A576-E90C-DF750CA65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FD88B-7195-791A-8FFC-320EBFCE0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9E63C5-50DE-C9E0-122B-4999203900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E85C9-EC20-6E40-F304-FAB223335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E6F7-EBE4-40ED-8F6C-C223AD43C6B3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E08D3-8B6B-523A-CC04-B04EB05BA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CB518-C5C8-94D0-F619-FB67FD498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DD37-1606-4BE9-A991-9EED376D3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255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74A0E-92D1-075D-B625-F88A79818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025B89-D7BD-313F-9018-37C457A365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684060-2F24-49CF-21EF-1A1B51FBE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D3ACA-8FB7-EF00-C89F-9FD201BCD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E6F7-EBE4-40ED-8F6C-C223AD43C6B3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D9EF8-4415-022F-8B4D-714267BC4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6AE49-9CFA-6ACD-5DFA-321C1262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DD37-1606-4BE9-A991-9EED376D3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090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25149-03BB-9198-ECA7-C1C1F9156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AADBA-FA89-9FA3-462A-7190230F2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7573F-64D3-9B3A-1E9F-1FD5AE287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E6F7-EBE4-40ED-8F6C-C223AD43C6B3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13658-22D3-1D9A-7C4F-8F4A66749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7C011-775A-C8CD-76E3-3E538F5D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DD37-1606-4BE9-A991-9EED376D3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392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40CEF6-B9F7-3F07-0E07-5BFCCF667E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974310-301D-7EC7-C4FF-3F2940CAB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D982F-8B9B-69BB-AAAC-6CFB19F7F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E6F7-EBE4-40ED-8F6C-C223AD43C6B3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50C26-1DBB-0B0E-92F4-9C9AE58C0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991A5-FD0E-5484-5C30-062079802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1DD37-1606-4BE9-A991-9EED376D3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442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601CE9-7F16-5E68-7426-CEDDD3546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EC45F-1084-2421-A2AF-EB60A52BD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398C5-4FE5-D187-E4C3-DF014225DB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EE6F7-EBE4-40ED-8F6C-C223AD43C6B3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E951E-9462-FB6D-C62B-10DA8CAF8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FD8E6-0C19-2C63-27EC-0DA1293CD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1DD37-1606-4BE9-A991-9EED376D3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60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B857C1-EF97-C075-1747-9F47A26B1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048" y="1084466"/>
            <a:ext cx="9853193" cy="420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335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B90592-3396-12C4-4B95-4FDD6D2C54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691" y="1158240"/>
            <a:ext cx="9677027" cy="454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609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AD5D3-CB35-23F4-826D-17ED733BE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jsx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78E36-ECA3-DCDE-796E-D6AD6936C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It is a syntax extension of JavaScript that lets you write </a:t>
            </a:r>
            <a:r>
              <a:rPr lang="en-US" sz="3600" b="1" dirty="0"/>
              <a:t>HTML-like code inside JavaScript.</a:t>
            </a:r>
          </a:p>
          <a:p>
            <a:r>
              <a:rPr lang="en-US" sz="3600" dirty="0"/>
              <a:t>JSX makes it easier to describe what the </a:t>
            </a:r>
            <a:r>
              <a:rPr lang="en-US" sz="3600" b="1" dirty="0"/>
              <a:t>UI should look like</a:t>
            </a:r>
            <a:r>
              <a:rPr lang="en-US" sz="3600" dirty="0"/>
              <a:t> in React.</a:t>
            </a:r>
          </a:p>
          <a:p>
            <a:r>
              <a:rPr lang="en-US" sz="3600" dirty="0"/>
              <a:t>Combine HTML+JS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677134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38414-DB63-90B1-184F-F47D89A7A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E4B97-9E41-2466-9257-EDE585097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const element = &lt;h1&gt;Hello, JSX!&lt;/h1&gt;;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4851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BBFE-FC26-B28D-F562-83F61CCD5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F9E88-4684-8E9B-1C74-C8311D2EC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function App() {</a:t>
            </a:r>
          </a:p>
          <a:p>
            <a:r>
              <a:rPr lang="en-IN" dirty="0"/>
              <a:t> 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uniname</a:t>
            </a:r>
            <a:r>
              <a:rPr lang="en-IN" dirty="0"/>
              <a:t>="LPU";</a:t>
            </a:r>
          </a:p>
          <a:p>
            <a:r>
              <a:rPr lang="en-IN" dirty="0"/>
              <a:t>return (</a:t>
            </a:r>
          </a:p>
          <a:p>
            <a:r>
              <a:rPr lang="en-IN" dirty="0"/>
              <a:t>&lt;div&gt;</a:t>
            </a:r>
          </a:p>
          <a:p>
            <a:r>
              <a:rPr lang="en-IN" dirty="0"/>
              <a:t>&lt;p&gt; Uni name is  {</a:t>
            </a:r>
            <a:r>
              <a:rPr lang="en-IN" dirty="0" err="1"/>
              <a:t>uniname</a:t>
            </a:r>
            <a:r>
              <a:rPr lang="en-IN"/>
              <a:t>} &lt;/p&gt;</a:t>
            </a:r>
            <a:endParaRPr lang="en-IN" dirty="0"/>
          </a:p>
          <a:p>
            <a:r>
              <a:rPr lang="en-IN" dirty="0"/>
              <a:t>&lt;/div&gt;</a:t>
            </a:r>
          </a:p>
          <a:p>
            <a:r>
              <a:rPr lang="en-IN" dirty="0"/>
              <a:t>)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48055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242BB-B8B5-40D3-82FF-9D84B9E3F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Earlier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C8159-FF83-EDBC-DB75-04568A90B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used to make separate files for HTML and Java Script</a:t>
            </a:r>
          </a:p>
          <a:p>
            <a:r>
              <a:rPr lang="en-IN" dirty="0"/>
              <a:t>In HTML file, we make script tag</a:t>
            </a:r>
          </a:p>
          <a:p>
            <a:r>
              <a:rPr lang="en-IN" dirty="0"/>
              <a:t> In JSX, We can write HTML inside Java Script</a:t>
            </a:r>
          </a:p>
        </p:txBody>
      </p:sp>
    </p:spTree>
    <p:extLst>
      <p:ext uri="{BB962C8B-B14F-4D97-AF65-F5344CB8AC3E}">
        <p14:creationId xmlns:p14="http://schemas.microsoft.com/office/powerpoint/2010/main" val="3201951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30293-2904-6FB6-E627-81369E22C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Normal Front-End 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EC1456-2BB2-5680-68F7-AE6438A1A0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3045" y="2393334"/>
            <a:ext cx="5425910" cy="321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450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9A4C2-AA3A-AD4D-5494-2319A9CB8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React JS 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6855E8-7950-FDD3-A987-E656E1E2C9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1826" y="1976792"/>
            <a:ext cx="8435454" cy="403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12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5CFA8-3D6D-5BD6-9913-986745A2C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Constant in JSX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6B07F-6C0A-E3C2-E5AF-84FB4AAC7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import './App.css'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function App() {</a:t>
            </a:r>
          </a:p>
          <a:p>
            <a:pPr marL="0" indent="0">
              <a:buNone/>
            </a:pPr>
            <a:r>
              <a:rPr lang="en-IN" dirty="0"/>
              <a:t>  </a:t>
            </a:r>
            <a:r>
              <a:rPr lang="en-IN" dirty="0" err="1"/>
              <a:t>const</a:t>
            </a:r>
            <a:r>
              <a:rPr lang="en-IN" dirty="0"/>
              <a:t> username="John Doe";</a:t>
            </a:r>
          </a:p>
          <a:p>
            <a:pPr marL="0" indent="0">
              <a:buNone/>
            </a:pPr>
            <a:r>
              <a:rPr lang="en-IN" dirty="0"/>
              <a:t>  return (</a:t>
            </a:r>
          </a:p>
          <a:p>
            <a:pPr marL="0" indent="0">
              <a:buNone/>
            </a:pPr>
            <a:r>
              <a:rPr lang="en-IN" dirty="0"/>
              <a:t> &lt;&gt;</a:t>
            </a:r>
          </a:p>
          <a:p>
            <a:pPr marL="0" indent="0">
              <a:buNone/>
            </a:pPr>
            <a:r>
              <a:rPr lang="en-IN" dirty="0"/>
              <a:t>  &lt;h1&gt; HTML inside Java </a:t>
            </a:r>
            <a:r>
              <a:rPr lang="en-IN" dirty="0" err="1"/>
              <a:t>SCript</a:t>
            </a:r>
            <a:r>
              <a:rPr lang="en-IN" dirty="0"/>
              <a:t> {username} &lt;/h1&gt;</a:t>
            </a:r>
          </a:p>
          <a:p>
            <a:pPr marL="0" indent="0">
              <a:buNone/>
            </a:pPr>
            <a:r>
              <a:rPr lang="en-IN" dirty="0"/>
              <a:t>    &lt;/&gt;</a:t>
            </a:r>
          </a:p>
          <a:p>
            <a:pPr marL="0" indent="0">
              <a:buNone/>
            </a:pPr>
            <a:r>
              <a:rPr lang="en-IN" dirty="0"/>
              <a:t>  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export default App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2688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193C4-B2B4-0D51-2924-8C0DDCDC3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Earlier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BE6E1-978F-C56C-A624-BAA43A4B5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320800"/>
            <a:ext cx="10622280" cy="48561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&lt;head&gt;</a:t>
            </a:r>
          </a:p>
          <a:p>
            <a:pPr marL="0" indent="0">
              <a:buNone/>
            </a:pPr>
            <a:r>
              <a:rPr lang="en-IN" dirty="0"/>
              <a:t>  &lt;title&gt;No JSX Example&lt;/title&gt;</a:t>
            </a:r>
          </a:p>
          <a:p>
            <a:pPr marL="0" indent="0">
              <a:buNone/>
            </a:pPr>
            <a:r>
              <a:rPr lang="en-IN" dirty="0"/>
              <a:t>&lt;/head&gt;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  &lt;h1 id="heading"&gt;&lt;/h1&gt;</a:t>
            </a:r>
          </a:p>
          <a:p>
            <a:pPr marL="0" indent="0">
              <a:buNone/>
            </a:pPr>
            <a:r>
              <a:rPr lang="en-IN" dirty="0"/>
              <a:t>  &lt;script&gt;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username = "John Doe";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document.getElementById</a:t>
            </a:r>
            <a:r>
              <a:rPr lang="en-IN" dirty="0"/>
              <a:t>("heading").</a:t>
            </a:r>
            <a:r>
              <a:rPr lang="en-IN" dirty="0" err="1"/>
              <a:t>innerText</a:t>
            </a:r>
            <a:r>
              <a:rPr lang="en-IN" dirty="0"/>
              <a:t> = "HTML inside JavaScript " + username;</a:t>
            </a:r>
          </a:p>
          <a:p>
            <a:pPr marL="0" indent="0">
              <a:buNone/>
            </a:pPr>
            <a:r>
              <a:rPr lang="en-IN" dirty="0"/>
              <a:t>  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1265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FAD57-0D8E-0689-D81E-194ACBFA6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Adding Button in JSX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3980E-8068-B272-45EA-32F2B858C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//add button in </a:t>
            </a:r>
            <a:r>
              <a:rPr lang="en-IN" dirty="0" err="1"/>
              <a:t>jsx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import React from 'react';</a:t>
            </a:r>
          </a:p>
          <a:p>
            <a:pPr marL="0" indent="0">
              <a:buNone/>
            </a:pPr>
            <a:r>
              <a:rPr lang="en-IN" dirty="0"/>
              <a:t>export default function Button() {</a:t>
            </a:r>
          </a:p>
          <a:p>
            <a:pPr marL="0" indent="0">
              <a:buNone/>
            </a:pPr>
            <a:r>
              <a:rPr lang="en-IN" dirty="0"/>
              <a:t>  return (</a:t>
            </a:r>
          </a:p>
          <a:p>
            <a:pPr marL="0" indent="0">
              <a:buNone/>
            </a:pPr>
            <a:r>
              <a:rPr lang="en-IN" dirty="0"/>
              <a:t>    &lt;button </a:t>
            </a:r>
            <a:r>
              <a:rPr lang="en-IN" dirty="0" err="1"/>
              <a:t>onClick</a:t>
            </a:r>
            <a:r>
              <a:rPr lang="en-IN" dirty="0"/>
              <a:t>={()=&gt;alert("hello")}&gt;Click Me&lt;/button&gt;</a:t>
            </a:r>
          </a:p>
          <a:p>
            <a:pPr marL="0" indent="0">
              <a:buNone/>
            </a:pPr>
            <a:r>
              <a:rPr lang="en-IN" dirty="0"/>
              <a:t>  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208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2172C-E4B6-D4C3-9149-E84261215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Call Button Component in </a:t>
            </a:r>
            <a:r>
              <a:rPr lang="en-IN" dirty="0" err="1"/>
              <a:t>App.jsx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EA380-35AC-7DF6-B06F-3E335A6D1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Button from './</a:t>
            </a:r>
            <a:r>
              <a:rPr lang="en-US" dirty="0" err="1"/>
              <a:t>Button.jsx</a:t>
            </a:r>
            <a:r>
              <a:rPr lang="en-US" dirty="0"/>
              <a:t>’</a:t>
            </a:r>
          </a:p>
          <a:p>
            <a:br>
              <a:rPr lang="en-US" dirty="0"/>
            </a:br>
            <a:endParaRPr lang="en-US" dirty="0"/>
          </a:p>
          <a:p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570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300</Words>
  <Application>Microsoft Office PowerPoint</Application>
  <PresentationFormat>Widescreen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jsx</vt:lpstr>
      <vt:lpstr>Example</vt:lpstr>
      <vt:lpstr>PowerPoint Presentation</vt:lpstr>
      <vt:lpstr>Earlier Usage</vt:lpstr>
      <vt:lpstr>Normal Front-End Code</vt:lpstr>
      <vt:lpstr>React JS Code</vt:lpstr>
      <vt:lpstr>Using Constant in JSX</vt:lpstr>
      <vt:lpstr>Earlier Approach</vt:lpstr>
      <vt:lpstr>Adding Button in JSX</vt:lpstr>
      <vt:lpstr>Call Button Component in App.jsx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Yatika hasija</dc:creator>
  <cp:lastModifiedBy>Yatika hasija</cp:lastModifiedBy>
  <cp:revision>5</cp:revision>
  <dcterms:created xsi:type="dcterms:W3CDTF">2025-08-23T10:07:44Z</dcterms:created>
  <dcterms:modified xsi:type="dcterms:W3CDTF">2025-09-23T11:27:01Z</dcterms:modified>
</cp:coreProperties>
</file>